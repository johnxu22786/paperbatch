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English | Ελληνικά | 日本語 | العربية | हिन्दी | עברית | 한국어 | Español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Noto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