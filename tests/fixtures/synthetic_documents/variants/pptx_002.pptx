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002</a:t>
            </a:r>
            <a:endParaRPr lang="en-US"/>
            <a:r>
              <a:rPr lang="en-US"/>
              <a:t>Case 002 text shape 1</a:t>
            </a:r>
            <a:br/>
            <a:r>
              <a:rPr lang="en-US"/>
              <a:t>Case 002 text shape 2</a:t>
            </a:r>
            <a:br/>
            <a:r>
              <a:rPr lang="en-US"/>
              <a:t>Case 002 text shape 3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