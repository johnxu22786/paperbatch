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Master"/>
  </p:sldMasterIdLst>
  <p:sldIdLst>
    <p:sldId id="256" r:id="rId1"/>
    <p:sldId id="257" r:id="rId2"/>
  </p:sldIdLst>
  <p:sldSz cx="9144000" cy="51435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Synthetic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Layout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en-US"/>
              <a:t>Synthetic slide case 011</a:t>
            </a:r>
            <a:endParaRPr lang="en-US"/>
            <a:r>
              <a:rPr lang="en-US"/>
              <a:t>Case 011 text shape 1</a:t>
            </a:r>
            <a:br/>
            <a:r>
              <a:rPr lang="en-US"/>
              <a:t>Case 011 text shape 2</a:t>
            </a:r>
            <a:b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en-US"/>
              <a:t>PaperBatch synthetic slide two</a:t>
            </a:r>
            <a:endParaRPr lang="en-US"/>
          </a:p>
        </p:txBody>
      </p:sp>
    </p:spTree>
  </p:cSld>
</p:sld>
</file>

<file path=ppt/theme/theme1.xml><?xml version="1.0" encoding="utf-8"?>
<a:theme xmlns:a="http://schemas.openxmlformats.org/drawingml/2006/main" name="PaperBatch Synthetic Theme">
  <a:themeElements>
    <a:clrScheme name="PaperBatch Synthetic">
      <a:dk1>
        <a:srgbClr val="000000"/>
      </a:dk1>
      <a:lt1>
        <a:srgbClr val="FFFFFF"/>
      </a:lt1>
      <a:dk2>
        <a:srgbClr val="1F1F1F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perBatch Synthetic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PaperBatch Syntheti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