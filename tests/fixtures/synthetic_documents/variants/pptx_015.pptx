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015</a:t>
            </a:r>
            <a:endParaRPr lang="en-US"/>
            <a:r>
              <a:rPr lang="en-US"/>
              <a:t>Case 015 text shape 1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