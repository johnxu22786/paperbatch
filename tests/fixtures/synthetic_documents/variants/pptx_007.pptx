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rIdMaster"/>
  </p:sldMasterIdLst>
  <p:sldIdLst>
    <p:sldId id="256" r:id="rId1"/>
    <p:sldId id="257" r:id="rId2"/>
  </p:sldIdLst>
  <p:sldSz cx="9144000" cy="51435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Master" Type="http://schemas.openxmlformats.org/officeDocument/2006/relationships/slideMaster" Target="slideMasters/slideMaster1.xml"/><Relationship Id="rId1" Type="http://schemas.openxmlformats.org/officeDocument/2006/relationships/slide" Target="slides/slide1.xml"/><Relationship Id="rId2" Type="http://schemas.openxmlformats.org/officeDocument/2006/relationships/slide" Target="slides/slide2.xml"/></Relationships>
</file>

<file path=ppt/slideLayouts/_rels/slideLayout1.xml.rels><?xml version="1.0" encoding="UTF-8" standalone="yes"?><Relationships xmlns="http://schemas.openxmlformats.org/package/2006/relationships"><Relationship Id="rIdMaster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Theme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 name="Synthetic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8" r:id="rIdLayout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nthetic text"/>
          <p:cNvSpPr/>
          <p:nvPr/>
        </p:nvSpPr>
        <p:spPr/>
        <p:txBody>
          <a:bodyPr/>
          <a:lstStyle/>
          <a:p>
            <a:r>
              <a:rPr lang="en-US"/>
              <a:t>Synthetic slide case 007</a:t>
            </a:r>
            <a:endParaRPr lang="en-US"/>
            <a:r>
              <a:rPr lang="en-US"/>
              <a:t>Case 007 text shape 1</a:t>
            </a:r>
            <a:br/>
            <a:r>
              <a:rPr lang="en-US"/>
              <a:t>Case 007 text shape 2</a:t>
            </a:r>
            <a:br/>
            <a:r>
              <a:rPr lang="en-US"/>
              <a:t>Case 007 text shape 3</a:t>
            </a:r>
            <a:b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nthetic text"/>
          <p:cNvSpPr/>
          <p:nvPr/>
        </p:nvSpPr>
        <p:spPr/>
        <p:txBody>
          <a:bodyPr/>
          <a:lstStyle/>
          <a:p>
            <a:r>
              <a:rPr lang="en-US"/>
              <a:t>PaperBatch synthetic slide two</a:t>
            </a:r>
            <a:endParaRPr lang="en-US"/>
          </a:p>
        </p:txBody>
      </p:sp>
    </p:spTree>
  </p:cSld>
</p:sld>
</file>

<file path=ppt/theme/theme1.xml><?xml version="1.0" encoding="utf-8"?>
<a:theme xmlns:a="http://schemas.openxmlformats.org/drawingml/2006/main" name="PaperBatch Synthetic Theme">
  <a:themeElements>
    <a:clrScheme name="PaperBatch Synthetic">
      <a:dk1>
        <a:srgbClr val="000000"/>
      </a:dk1>
      <a:lt1>
        <a:srgbClr val="FFFFFF"/>
      </a:lt1>
      <a:dk2>
        <a:srgbClr val="1F1F1F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aperBatch Synthetic">
      <a:majorFont>
        <a:latin typeface="Liberation Sans"/>
        <a:ea typeface=""/>
        <a:cs typeface=""/>
      </a:majorFont>
      <a:minorFont>
        <a:latin typeface="Liberation Sans"/>
        <a:ea typeface=""/>
        <a:cs typeface=""/>
      </a:minorFont>
    </a:fontScheme>
    <a:fmtScheme name="PaperBatch Synthetic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